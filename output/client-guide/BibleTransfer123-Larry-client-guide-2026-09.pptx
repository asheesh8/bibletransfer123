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bad38290f2496f" /><Relationship Type="http://schemas.openxmlformats.org/officeDocument/2006/relationships/extended-properties" Target="/docProps/app.xml" Id="Ra25625a0f8ef4cb5" /><Relationship Type="http://schemas.openxmlformats.org/officeDocument/2006/relationships/officeDocument" Target="/ppt/presentation.xml" Id="Rb2b93a68554847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06b76c91224b89"/>
  </p:sldMasterIdLst>
  <p:notesMasterIdLst>
    <p:notesMasterId xmlns:r="http://schemas.openxmlformats.org/officeDocument/2006/relationships" r:id="Rbb2b1f67082b478f"/>
  </p:notesMasterIdLst>
  <p:sldIdLst>
    <p:sldId xmlns:r="http://schemas.openxmlformats.org/officeDocument/2006/relationships" id="256" r:id="Rb59dd69baca245f8"/>
    <p:sldId xmlns:r="http://schemas.openxmlformats.org/officeDocument/2006/relationships" id="257" r:id="Rd4597dfb30954879"/>
    <p:sldId xmlns:r="http://schemas.openxmlformats.org/officeDocument/2006/relationships" id="258" r:id="R4a1237363cd74aec"/>
    <p:sldId xmlns:r="http://schemas.openxmlformats.org/officeDocument/2006/relationships" id="259" r:id="R01d2555fa9d84b87"/>
    <p:sldId xmlns:r="http://schemas.openxmlformats.org/officeDocument/2006/relationships" id="260" r:id="Rd3ade9b6b17249b1"/>
    <p:sldId xmlns:r="http://schemas.openxmlformats.org/officeDocument/2006/relationships" id="261" r:id="Re679c0d914e8469d"/>
    <p:sldId xmlns:r="http://schemas.openxmlformats.org/officeDocument/2006/relationships" id="262" r:id="R77fbe677daa14ac0"/>
    <p:sldId xmlns:r="http://schemas.openxmlformats.org/officeDocument/2006/relationships" id="263" r:id="R60e44893fe494601"/>
    <p:sldId xmlns:r="http://schemas.openxmlformats.org/officeDocument/2006/relationships" id="264" r:id="R20a27155f007479a"/>
    <p:sldId xmlns:r="http://schemas.openxmlformats.org/officeDocument/2006/relationships" id="265" r:id="Rcb0c60b91b1040fc"/>
    <p:sldId xmlns:r="http://schemas.openxmlformats.org/officeDocument/2006/relationships" id="266" r:id="Rc2a0bd6a5e174902"/>
    <p:sldId xmlns:r="http://schemas.openxmlformats.org/officeDocument/2006/relationships" id="267" r:id="R51145620fee745ff"/>
    <p:sldId xmlns:r="http://schemas.openxmlformats.org/officeDocument/2006/relationships" id="268" r:id="R5e3e11531f08478f"/>
    <p:sldId xmlns:r="http://schemas.openxmlformats.org/officeDocument/2006/relationships" id="269" r:id="R7998857d024e4dc2"/>
    <p:sldId xmlns:r="http://schemas.openxmlformats.org/officeDocument/2006/relationships" id="270" r:id="R936fde26bc6c4cbd"/>
    <p:sldId xmlns:r="http://schemas.openxmlformats.org/officeDocument/2006/relationships" id="271" r:id="R94c1573bb4c94b0e"/>
    <p:sldId xmlns:r="http://schemas.openxmlformats.org/officeDocument/2006/relationships" id="272" r:id="R59b803e6512e4416"/>
    <p:sldId xmlns:r="http://schemas.openxmlformats.org/officeDocument/2006/relationships" id="273" r:id="Rcead8696e94442f5"/>
    <p:sldId xmlns:r="http://schemas.openxmlformats.org/officeDocument/2006/relationships" id="274" r:id="Re036af68c385449a"/>
  </p:sldIdLst>
  <p:sldSz cx="12192000" cy="76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5cc0b98fc949fa" /><Relationship Type="http://schemas.openxmlformats.org/officeDocument/2006/relationships/slideMaster" Target="/ppt/slideMasters/slideMaster1.xml" Id="R0d06b76c91224b89" /><Relationship Type="http://schemas.openxmlformats.org/officeDocument/2006/relationships/notesMaster" Target="/ppt/notesMasters/notesMaster1.xml" Id="Rbb2b1f67082b478f" /><Relationship Type="http://schemas.openxmlformats.org/officeDocument/2006/relationships/presProps" Target="/ppt/presProps.xml" Id="R91d8a2ce6a2d4d5d" /><Relationship Type="http://schemas.openxmlformats.org/officeDocument/2006/relationships/tableStyles" Target="/ppt/tableStyles.xml" Id="R48b3b8ff7f5249de" /><Relationship Type="http://schemas.openxmlformats.org/officeDocument/2006/relationships/slide" Target="/ppt/slides/slide1.xml" Id="Rb59dd69baca245f8" /><Relationship Type="http://schemas.openxmlformats.org/officeDocument/2006/relationships/slide" Target="/ppt/slides/slide2.xml" Id="Rd4597dfb30954879" /><Relationship Type="http://schemas.openxmlformats.org/officeDocument/2006/relationships/slide" Target="/ppt/slides/slide3.xml" Id="R4a1237363cd74aec" /><Relationship Type="http://schemas.openxmlformats.org/officeDocument/2006/relationships/slide" Target="/ppt/slides/slide4.xml" Id="R01d2555fa9d84b87" /><Relationship Type="http://schemas.openxmlformats.org/officeDocument/2006/relationships/slide" Target="/ppt/slides/slide5.xml" Id="Rd3ade9b6b17249b1" /><Relationship Type="http://schemas.openxmlformats.org/officeDocument/2006/relationships/slide" Target="/ppt/slides/slide6.xml" Id="Re679c0d914e8469d" /><Relationship Type="http://schemas.openxmlformats.org/officeDocument/2006/relationships/slide" Target="/ppt/slides/slide7.xml" Id="R77fbe677daa14ac0" /><Relationship Type="http://schemas.openxmlformats.org/officeDocument/2006/relationships/slide" Target="/ppt/slides/slide8.xml" Id="R60e44893fe494601" /><Relationship Type="http://schemas.openxmlformats.org/officeDocument/2006/relationships/slide" Target="/ppt/slides/slide9.xml" Id="R20a27155f007479a" /><Relationship Type="http://schemas.openxmlformats.org/officeDocument/2006/relationships/slide" Target="/ppt/slides/slide10.xml" Id="Rcb0c60b91b1040fc" /><Relationship Type="http://schemas.openxmlformats.org/officeDocument/2006/relationships/slide" Target="/ppt/slides/slide11.xml" Id="Rc2a0bd6a5e174902" /><Relationship Type="http://schemas.openxmlformats.org/officeDocument/2006/relationships/slide" Target="/ppt/slides/slide12.xml" Id="R51145620fee745ff" /><Relationship Type="http://schemas.openxmlformats.org/officeDocument/2006/relationships/slide" Target="/ppt/slides/slide13.xml" Id="R5e3e11531f08478f" /><Relationship Type="http://schemas.openxmlformats.org/officeDocument/2006/relationships/slide" Target="/ppt/slides/slide14.xml" Id="R7998857d024e4dc2" /><Relationship Type="http://schemas.openxmlformats.org/officeDocument/2006/relationships/slide" Target="/ppt/slides/slide15.xml" Id="R936fde26bc6c4cbd" /><Relationship Type="http://schemas.openxmlformats.org/officeDocument/2006/relationships/slide" Target="/ppt/slides/slide16.xml" Id="R94c1573bb4c94b0e" /><Relationship Type="http://schemas.openxmlformats.org/officeDocument/2006/relationships/slide" Target="/ppt/slides/slide17.xml" Id="R59b803e6512e4416" /><Relationship Type="http://schemas.openxmlformats.org/officeDocument/2006/relationships/slide" Target="/ppt/slides/slide18.xml" Id="Rcead8696e94442f5" /><Relationship Type="http://schemas.openxmlformats.org/officeDocument/2006/relationships/slide" Target="/ppt/slides/slide19.xml" Id="Re036af68c38544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819f0631f94b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0deca3caed4615" /><Relationship Type="http://schemas.openxmlformats.org/officeDocument/2006/relationships/notesMaster" Target="/ppt/notesMasters/notesMaster1.xml" Id="R9481e551cc2a4e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f800160be742b5" /><Relationship Type="http://schemas.openxmlformats.org/officeDocument/2006/relationships/notesMaster" Target="/ppt/notesMasters/notesMaster1.xml" Id="R080e5f5764514f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153ed1d64a4cdc" /><Relationship Type="http://schemas.openxmlformats.org/officeDocument/2006/relationships/notesMaster" Target="/ppt/notesMasters/notesMaster1.xml" Id="Rc1703b32fc3d43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abc7ab094149a5" /><Relationship Type="http://schemas.openxmlformats.org/officeDocument/2006/relationships/notesMaster" Target="/ppt/notesMasters/notesMaster1.xml" Id="R93294c1012d04f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4a0cea9cb14387" /><Relationship Type="http://schemas.openxmlformats.org/officeDocument/2006/relationships/notesMaster" Target="/ppt/notesMasters/notesMaster1.xml" Id="R2f21b73a7bab42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6f0e9f233142e0" /><Relationship Type="http://schemas.openxmlformats.org/officeDocument/2006/relationships/notesMaster" Target="/ppt/notesMasters/notesMaster1.xml" Id="Rcb30a30d644b4c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1cc2302a0c4b66" /><Relationship Type="http://schemas.openxmlformats.org/officeDocument/2006/relationships/notesMaster" Target="/ppt/notesMasters/notesMaster1.xml" Id="Rcd6d888be9724d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3ada6e15ed4eca" /><Relationship Type="http://schemas.openxmlformats.org/officeDocument/2006/relationships/notesMaster" Target="/ppt/notesMasters/notesMaster1.xml" Id="Rfc08679899dd43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745f11bae04a93" /><Relationship Type="http://schemas.openxmlformats.org/officeDocument/2006/relationships/notesMaster" Target="/ppt/notesMasters/notesMaster1.xml" Id="R5dcbce5cdb9d4f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e2192e62c144c0" /><Relationship Type="http://schemas.openxmlformats.org/officeDocument/2006/relationships/notesMaster" Target="/ppt/notesMasters/notesMaster1.xml" Id="Rde715d542c8747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7d0db7324c439b" /><Relationship Type="http://schemas.openxmlformats.org/officeDocument/2006/relationships/notesMaster" Target="/ppt/notesMasters/notesMaster1.xml" Id="Re4f36b86eb364e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274629b451435e" /><Relationship Type="http://schemas.openxmlformats.org/officeDocument/2006/relationships/notesMaster" Target="/ppt/notesMasters/notesMaster1.xml" Id="R16570d9c6dcb49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2ca840f75547b2" /><Relationship Type="http://schemas.openxmlformats.org/officeDocument/2006/relationships/notesMaster" Target="/ppt/notesMasters/notesMaster1.xml" Id="R49adce5de5f14f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51b5ea28bd4233" /><Relationship Type="http://schemas.openxmlformats.org/officeDocument/2006/relationships/notesMaster" Target="/ppt/notesMasters/notesMaster1.xml" Id="R12ea138d4e3e41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c47af9d65c42da" /><Relationship Type="http://schemas.openxmlformats.org/officeDocument/2006/relationships/notesMaster" Target="/ppt/notesMasters/notesMaster1.xml" Id="Re668307a5c164f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090f7072164f2b" /><Relationship Type="http://schemas.openxmlformats.org/officeDocument/2006/relationships/notesMaster" Target="/ppt/notesMasters/notesMaster1.xml" Id="R90e5c3ca0d0246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668834cf5a4a2e" /><Relationship Type="http://schemas.openxmlformats.org/officeDocument/2006/relationships/notesMaster" Target="/ppt/notesMasters/notesMaster1.xml" Id="R71954333f3c34d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5aa225ad2043da" /><Relationship Type="http://schemas.openxmlformats.org/officeDocument/2006/relationships/notesMaster" Target="/ppt/notesMasters/notesMaster1.xml" Id="R32118af164654e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aa718fdd68457f" /><Relationship Type="http://schemas.openxmlformats.org/officeDocument/2006/relationships/notesMaster" Target="/ppt/notesMasters/notesMaster1.xml" Id="R54f155899b6341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current BibleTransfer123 build on September 24,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77cbdd05c45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a096084e704e1f" /><Relationship Type="http://schemas.openxmlformats.org/officeDocument/2006/relationships/slideLayout" Target="/ppt/slideLayouts/slideLayout1.xml" Id="R3466ffbec6af44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66ffbec6af44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b6a0b4dc8499c" /><Relationship Type="http://schemas.openxmlformats.org/officeDocument/2006/relationships/image" Target="/ppt/media/image.jpeg" Id="Rfc638df7c8d5449f" /><Relationship Type="http://schemas.openxmlformats.org/officeDocument/2006/relationships/notesSlide" Target="/ppt/notesSlides/notesSlide1.xml" Id="R33275dbad16c4d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a5343ac1f4756" /><Relationship Type="http://schemas.openxmlformats.org/officeDocument/2006/relationships/notesSlide" Target="/ppt/notesSlides/notesSlide2.xml" Id="Rbd768bbda17f48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4d2944bff4563" /><Relationship Type="http://schemas.openxmlformats.org/officeDocument/2006/relationships/image" Target="/ppt/media/image2.jpeg" Id="R95b917cf963f4ffc" /><Relationship Type="http://schemas.openxmlformats.org/officeDocument/2006/relationships/notesSlide" Target="/ppt/notesSlides/notesSlide3.xml" Id="Rb60468d0d5bc4f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5e028f2f64562" /><Relationship Type="http://schemas.openxmlformats.org/officeDocument/2006/relationships/image" Target="/ppt/media/image3.jpeg" Id="Rbd73e38c529d4640" /><Relationship Type="http://schemas.openxmlformats.org/officeDocument/2006/relationships/notesSlide" Target="/ppt/notesSlides/notesSlide4.xml" Id="R59c028d546db4a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ebb0b1c8340a8" /><Relationship Type="http://schemas.openxmlformats.org/officeDocument/2006/relationships/image" Target="/ppt/media/image4.jpeg" Id="Re034360f062549be" /><Relationship Type="http://schemas.openxmlformats.org/officeDocument/2006/relationships/notesSlide" Target="/ppt/notesSlides/notesSlide5.xml" Id="Rc5ffe1bd9fa143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7fd10976b45c5" /><Relationship Type="http://schemas.openxmlformats.org/officeDocument/2006/relationships/image" Target="/ppt/media/image5.jpeg" Id="R2f39801bb74f4cb9" /><Relationship Type="http://schemas.openxmlformats.org/officeDocument/2006/relationships/notesSlide" Target="/ppt/notesSlides/notesSlide6.xml" Id="R2e8ded01abca48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e0bd82c784b2b" /><Relationship Type="http://schemas.openxmlformats.org/officeDocument/2006/relationships/image" Target="/ppt/media/image6.jpeg" Id="R960b2560e9bc4e7b" /><Relationship Type="http://schemas.openxmlformats.org/officeDocument/2006/relationships/notesSlide" Target="/ppt/notesSlides/notesSlide7.xml" Id="R3b42fe55bb7d4f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679ff316743be" /><Relationship Type="http://schemas.openxmlformats.org/officeDocument/2006/relationships/image" Target="/ppt/media/image7.jpeg" Id="Rd4da1f83cd6946df" /><Relationship Type="http://schemas.openxmlformats.org/officeDocument/2006/relationships/notesSlide" Target="/ppt/notesSlides/notesSlide8.xml" Id="R3758383a91024b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7e148c33d41e0" /><Relationship Type="http://schemas.openxmlformats.org/officeDocument/2006/relationships/image" Target="/ppt/media/image8.jpeg" Id="Rc0aaf66a96c34b29" /><Relationship Type="http://schemas.openxmlformats.org/officeDocument/2006/relationships/notesSlide" Target="/ppt/notesSlides/notesSlide9.xml" Id="R4644e2394d8a44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b14ece91a455a" /><Relationship Type="http://schemas.openxmlformats.org/officeDocument/2006/relationships/image" Target="/ppt/media/image9.jpeg" Id="Rf60cc70b10cc4b0b" /><Relationship Type="http://schemas.openxmlformats.org/officeDocument/2006/relationships/notesSlide" Target="/ppt/notesSlides/notesSlide10.xml" Id="R480cc9c757af40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308036ae64553" /><Relationship Type="http://schemas.openxmlformats.org/officeDocument/2006/relationships/image" Target="/ppt/media/image10.jpeg" Id="R36b67268e44444b1" /><Relationship Type="http://schemas.openxmlformats.org/officeDocument/2006/relationships/notesSlide" Target="/ppt/notesSlides/notesSlide11.xml" Id="R8251e917727d42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44bb59dd14395" /><Relationship Type="http://schemas.openxmlformats.org/officeDocument/2006/relationships/image" Target="/ppt/media/image11.jpeg" Id="R83febcea81bc46e8" /><Relationship Type="http://schemas.openxmlformats.org/officeDocument/2006/relationships/notesSlide" Target="/ppt/notesSlides/notesSlide12.xml" Id="Rd1a3acf6fd9546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f96d94c8f4c40" /><Relationship Type="http://schemas.openxmlformats.org/officeDocument/2006/relationships/image" Target="/ppt/media/image12.jpeg" Id="R783f20a34ab740f0" /><Relationship Type="http://schemas.openxmlformats.org/officeDocument/2006/relationships/notesSlide" Target="/ppt/notesSlides/notesSlide13.xml" Id="R6a625f3070f248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ff302ebcd42da" /><Relationship Type="http://schemas.openxmlformats.org/officeDocument/2006/relationships/image" Target="/ppt/media/image13.jpeg" Id="R3fc43c91a5894a1a" /><Relationship Type="http://schemas.openxmlformats.org/officeDocument/2006/relationships/notesSlide" Target="/ppt/notesSlides/notesSlide14.xml" Id="Re628d6462c8c4a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9e0e851064738" /><Relationship Type="http://schemas.openxmlformats.org/officeDocument/2006/relationships/image" Target="/ppt/media/image14.jpeg" Id="R40070c7d628d41df" /><Relationship Type="http://schemas.openxmlformats.org/officeDocument/2006/relationships/notesSlide" Target="/ppt/notesSlides/notesSlide15.xml" Id="R3033c617c27b4d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f41cacedf4f92" /><Relationship Type="http://schemas.openxmlformats.org/officeDocument/2006/relationships/image" Target="/ppt/media/image15.jpeg" Id="Rf89acb410e324905" /><Relationship Type="http://schemas.openxmlformats.org/officeDocument/2006/relationships/notesSlide" Target="/ppt/notesSlides/notesSlide16.xml" Id="R38d05c78f48440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d7ac7b5924fcb" /><Relationship Type="http://schemas.openxmlformats.org/officeDocument/2006/relationships/image" Target="/ppt/media/image16.jpeg" Id="R54e83b6399324f5f" /><Relationship Type="http://schemas.openxmlformats.org/officeDocument/2006/relationships/notesSlide" Target="/ppt/notesSlides/notesSlide17.xml" Id="Rf23063bda84847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1b67516f34728" /><Relationship Type="http://schemas.openxmlformats.org/officeDocument/2006/relationships/notesSlide" Target="/ppt/notesSlides/notesSlide18.xml" Id="R31622a4d60154e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4585d3b0a4e02" /><Relationship Type="http://schemas.openxmlformats.org/officeDocument/2006/relationships/notesSlide" Target="/ppt/notesSlides/notesSlide19.xml" Id="R82829a5a50d546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49175-AFBE-43BB-9D3B-56ECBA81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1FE3F-4DD2-4819-A109-B6B859A3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60A1F-4BD9-4688-919A-537475A9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901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Larry's guide to the updated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9287A-B106-4D7C-B70E-6DD7B7B3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Find, watch, save, download several items, and email one-language libraries.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C81EA-95FD-425B-9D67-8EFB9720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Updated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4CA7E-81B6-4163-882B-9E437A28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"/>
            <a:ext cx="3314700" cy="70104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DB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38df7c8d5449f"/>
          <a:stretch xmlns:a="http://schemas.openxmlformats.org/drawingml/2006/main"/>
        </p:blipFill>
        <p:spPr>
          <a:xfrm xmlns:a="http://schemas.openxmlformats.org/drawingml/2006/main">
            <a:off x="8248650" y="214833"/>
            <a:ext cx="3162300" cy="68474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054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28D9F-9B29-4173-AB0B-7E5CA5EF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75DB2-5870-4AA8-BA6F-842B38B1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ABCC8-D443-4301-9D23-9A6E5568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E5CD7-5508-4488-8944-DEA810DA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B0ECC-3832-4AFE-8860-82FB0B83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What is new in this version?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1ABBB-D326-4E04-9001-4866095D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BE5C8-0565-4A9B-BBDA-449FBF52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C705E-8D0D-4A3D-B9B5-C2CF5C29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483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6BD45-21EF-49F9-9AAB-6C829785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666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The library now lists 1,192 resources across nine library languages.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B2402-4E0B-456F-B81C-A2581DF0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242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483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588EA-71A4-4705-B90E-593C273E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4675"/>
            <a:ext cx="666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Several films, audio recordings, or PDFs can be downloaded together.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B27AD-489D-44EF-9D22-67F2FB15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483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9805F-6C17-4E7E-803E-0A563D70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81475"/>
            <a:ext cx="666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A language-only link can be prepared for email in two taps.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FB16F-EE04-47C3-A45D-6BBC73DA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483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2DA1B-1B1C-4679-948B-0BF09E8B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48275"/>
            <a:ext cx="666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Mandarin and Cantonese card items now open online when Wi-Fi is available.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7AEDA-1848-40C3-AF85-70D043E3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817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The original card still works offline with the files packed on it.</a:t>
            </a:r>
          </a:p>
        </p:txBody>
      </p:sp>
    </p:spTree>
    <p:extLst>
      <p:ext uri="{BB962C8B-B14F-4D97-AF65-F5344CB8AC3E}">
        <p14:creationId xmlns:p14="http://schemas.microsoft.com/office/powerpoint/2010/main" val="1086075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3D7B1-1861-482A-8E10-FC3AEDE8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55E26-7EFF-4841-AF2A-54E159C2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91A5F-11BE-47E7-9A1D-18379A99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D5190-7D4A-47AB-9C98-D2A6B6E5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03D32-811F-4FE7-AE69-8242E1CF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Your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FC7E4-A376-4FAA-A462-147584EA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8F8E4-E481-4B2B-8CE3-724B7D1E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896EF-5D15-40E3-BD65-32915B0B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907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1522A-60E3-4F97-A8EC-844C14BD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695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Tap the language name at the top of the screen.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00603-F376-423B-8C21-779A2A5D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19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5E9B6-6FCB-4296-A359-98B3EB81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695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Tap the language you want. The menus change to match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8E3D7-83AD-4A0B-9B00-28E755F3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You can change this again at any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B86CC-E0E7-4B93-8D7F-BE1C30C8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"/>
            <a:ext cx="3314700" cy="70104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DB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917cf963f4ffc"/>
          <a:stretch xmlns:a="http://schemas.openxmlformats.org/drawingml/2006/main"/>
        </p:blipFill>
        <p:spPr>
          <a:xfrm xmlns:a="http://schemas.openxmlformats.org/drawingml/2006/main">
            <a:off x="8248650" y="214833"/>
            <a:ext cx="3162300" cy="6847434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7B1FC-0CA7-4A85-B21E-047C27FB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978" y="1839592"/>
            <a:ext cx="2985211" cy="945931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F044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7008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6E1C5-C9F5-43C3-9CB4-1CCFDFA8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CF1E8-B23D-4F9A-BF6F-304EBED8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C6151-B308-4565-90DD-5196147E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5A41F-3A86-4C8B-B0F0-80A02ED9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623B6-CC4D-4953-93C9-EF15D976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The full library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E8C32-898E-4452-8D0D-BD5DC659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F260A-CA52-4D80-8CEB-E6FFD4E8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46E3D-4582-4054-A65A-059E8F5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907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670E0-B4CE-4A13-801C-13285EF7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695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Tap Library at the bottom of the screen.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5BC0C-859F-416A-B7BA-53CBCA9C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19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26013-79A8-405D-A360-8A639050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695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The page shows everything available in the chosen language.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08F81-1973-4D06-B0E5-FD6ADFF7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647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Films, Scripture, audio Bibles, recordings, and old scans are grouped by kind.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4ABDE-4006-486A-8304-A37F6EAE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"/>
            <a:ext cx="3314700" cy="70104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DB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3e38c529d4640"/>
          <a:stretch xmlns:a="http://schemas.openxmlformats.org/drawingml/2006/main"/>
        </p:blipFill>
        <p:spPr>
          <a:xfrm xmlns:a="http://schemas.openxmlformats.org/drawingml/2006/main">
            <a:off x="8248650" y="214833"/>
            <a:ext cx="3162300" cy="6847434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4AFD4-84B0-451A-9D4A-38436EFF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454" y="6493235"/>
            <a:ext cx="657758" cy="523640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F044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42582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F671F-B203-4D1E-9E97-A2723D56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375C9-547C-4AF6-B063-CAFDF6E0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6A469-FB56-4E47-9D84-B7E0A54E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1354D-D40E-400E-B22C-9F95805E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5DD84-522D-405E-B2FE-D6462452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Search and filters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ED2EA-2C5F-4B81-9B4B-9B1E1EC3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4ACC5-E924-4DDF-85D5-031B07DA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DD7BA-0230-434F-9F32-91CCC412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9C491-DE7D-42FE-9A2D-D34A3CEF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Type one or two words in the search box.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2F9AB-9D97-48FE-851F-CF4403B5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432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22D32-F0CF-4605-B026-92A1E64F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Use Films, Scripture, Audio, or another kind to narrow the list.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18048-0A0A-4B52-9B81-E5B2BF27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339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80814-3BC0-4764-A98E-FE8EB1B7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Tap the matching title to open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0C922-6E07-4F1F-96F3-4B469D12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4837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This example searches for JESUS.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5D5CE-01AA-4D50-9EC6-48C4E302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"/>
            <a:ext cx="3314700" cy="70104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D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4360f062549be"/>
          <a:stretch xmlns:a="http://schemas.openxmlformats.org/drawingml/2006/main"/>
        </p:blipFill>
        <p:spPr>
          <a:xfrm xmlns:a="http://schemas.openxmlformats.org/drawingml/2006/main">
            <a:off x="8248650" y="214833"/>
            <a:ext cx="3162300" cy="6847434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9F792-BA4D-448D-8EE4-A6A20B02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112" y="530491"/>
            <a:ext cx="3027375" cy="540532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F044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06588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4207E4-16C8-45B5-A9BC-34F227A8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90E47-9995-48A2-92FE-8C501530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F5A98-9EF6-49D2-9395-8AE847BD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A50CA-59EE-44C4-80B3-1119CB19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WATCH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87768-796F-405F-9AD8-04EB627A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Playback over Wi-Fi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3F344-EC91-4BD6-B616-E87430AB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AFE9B-1817-4F3E-94A0-FE0F5BB0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C9532-07DB-4750-BFF4-3E179D9A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E4E2A-C997-486F-870E-F60D1FB4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Tap the play button in the video.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FAC62-CF2B-421C-857F-10763722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956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F17EA-14D4-455C-846D-73A7B71E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For a long film, pick a chapter or tap Next chapter.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E16C5-1563-4066-8715-55B99F89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CE41C-1ED1-4940-B6D7-3DE2420B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“Plays over the internet” means the phone needs Wi-Fi or mobile data.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21369-93C5-48E3-8D67-3B5136DA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"/>
            <a:ext cx="3314700" cy="70104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D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9801bb74f4cb9"/>
          <a:stretch xmlns:a="http://schemas.openxmlformats.org/drawingml/2006/main"/>
        </p:blipFill>
        <p:spPr>
          <a:xfrm xmlns:a="http://schemas.openxmlformats.org/drawingml/2006/main">
            <a:off x="8248650" y="214833"/>
            <a:ext cx="3162300" cy="6847434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36CFD-3A4C-40CE-87F5-E613D5BA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978" y="1054131"/>
            <a:ext cx="2993644" cy="2195911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F044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0598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504D5-2AF8-4139-A3F5-699E600E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EB426-82CF-4253-847D-57725E8A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7D956-3CCD-4B94-A0DA-2909885F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27425-9E1A-44CF-8296-3A15C5EC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084BE-8118-4835-8DDC-E9A559D8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Saving one item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EEEC1-6712-49C4-9377-67823342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21A2A-E9B5-4FC9-BBAB-1A14C8D9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7D6ED-5AEA-4B78-8CC7-68725B5A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28AE7-C2DB-4CEA-85BA-95CBF76E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Tap Save to my phone on the item page.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412F6-FA75-490C-82FA-A5B3FF05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956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10D6B-BCB4-4C71-9013-AAFFEF74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Choose the smaller SD version when space or signal is limited.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D0105-0511-4030-BFE7-096D58E6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88459-D419-41CE-888D-1164C32E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Wait until the download finishes before leaving the page.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4F07C-FFB2-4380-AFFE-E6C52409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"/>
            <a:ext cx="3314700" cy="70104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D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b2560e9bc4e7b"/>
          <a:stretch xmlns:a="http://schemas.openxmlformats.org/drawingml/2006/main"/>
        </p:blipFill>
        <p:spPr>
          <a:xfrm xmlns:a="http://schemas.openxmlformats.org/drawingml/2006/main">
            <a:off x="8248650" y="214833"/>
            <a:ext cx="3162300" cy="6847434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49CBF-22DE-4049-86EA-588C9718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545" y="5243254"/>
            <a:ext cx="3010510" cy="996606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F044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90724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5096E-E554-4E4C-811D-9E827040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46A84-127F-445D-A17F-9C0378D7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093B5-A15A-4CBB-A9A0-74F7CDD9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F1675-5588-4606-B6E9-7C47293D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SAVE SEVERAL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CE864-5AB8-40AF-B27A-28F26855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Starting a batch download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9C032-53C8-4F9B-9F15-FE179211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22B34-1AED-4AA3-A1B2-69CB6AF7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12310-CA8C-46E8-B8BE-2682A962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D0732-574A-410B-A1C6-1E53BA3E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Search or filter the library first.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18F11-4307-45CB-8326-D132CEAE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956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850C6-BCCC-493D-89D8-AC0638F2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Tap Download several things.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78E9C-60CE-41CE-8491-D4D44F05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4074B-66C4-41EC-9F65-49ECA330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Tap Select all shown, or tap individual items.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61267-EB86-4CCB-AF1E-14BD8560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"/>
            <a:ext cx="3314700" cy="70104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D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a1f83cd6946df"/>
          <a:stretch xmlns:a="http://schemas.openxmlformats.org/drawingml/2006/main"/>
        </p:blipFill>
        <p:spPr>
          <a:xfrm xmlns:a="http://schemas.openxmlformats.org/drawingml/2006/main">
            <a:off x="8248650" y="214833"/>
            <a:ext cx="3162300" cy="6847434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C6BBB-592C-4239-8963-ED79C47A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440" y="3756791"/>
            <a:ext cx="2850286" cy="658773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F044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11577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93BAA-307E-42E8-AB4A-1C454AC8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4E788-5E4E-45F9-A479-719C6D8C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76A0D-A4E8-417E-8EDD-D181BDD2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67202-72DF-4C0B-BE52-DEE34743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SAVE SEVERAL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DD198-BA28-47D8-A039-5539418A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The selected items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8B6BB-846C-4294-9792-7BDC83B1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30924-BC8F-4909-97C3-9359F6BA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2A6BA-6C10-42A4-93AD-5F638B5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98BBC-6308-42A5-A283-6288C50B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A green outline shows each selected item.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7E947-1A2A-4B2E-8F1D-19B59116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956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6C9F0-63F3-4290-A27A-81FBEE91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Check the number beside “selected.”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F9964-F28A-4371-A460-3B1B9511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2DDBA-30AA-496F-963B-4446AEB2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Tap Download selected at the bottom.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1A4A8-C975-4297-8027-3D0ED4EE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"/>
            <a:ext cx="3314700" cy="70104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D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af66a96c34b29"/>
          <a:stretch xmlns:a="http://schemas.openxmlformats.org/drawingml/2006/main"/>
        </p:blipFill>
        <p:spPr>
          <a:xfrm xmlns:a="http://schemas.openxmlformats.org/drawingml/2006/main">
            <a:off x="8248650" y="214833"/>
            <a:ext cx="3162300" cy="6847434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0459A-3380-4B96-AFDB-5B10226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7680" y="5631762"/>
            <a:ext cx="3035808" cy="777015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F044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12143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7B741-6EF3-4679-9FF7-8353B3AD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960D3-9CD7-4313-9136-1544650C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4C52D-8A1C-4315-A042-20544F48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F7CAA-8099-4F7A-8EF7-8AF3C818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SAVE SEVERAL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7AA1B-7ED3-4301-8EA8-39E68E59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Where the downloads 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259A6-273F-472C-8044-8464F3D1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11607-AB09-48F1-AF1B-0544964C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A91F9-DFED-49CF-9985-99ED0970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5F98A-540D-42BD-B443-09DA2410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Tap Save to Downloads for the simplest choice.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5FC49-867E-41C0-9539-5E8B8D7F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956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11A95-8EB1-47CC-A6E8-375406A3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The browser may ask permission to download several files. Allow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AE93A-F1A9-4CE7-A3F5-1BA0EC8B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D6385-4AFA-4236-B238-9FDEEF78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Open the Files app, then Downloads, to find them later.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9B4D0-D983-40E8-AFB2-A8C20E66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"/>
            <a:ext cx="3314700" cy="70104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D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cc70b10cc4b0b"/>
          <a:stretch xmlns:a="http://schemas.openxmlformats.org/drawingml/2006/main"/>
        </p:blipFill>
        <p:spPr>
          <a:xfrm xmlns:a="http://schemas.openxmlformats.org/drawingml/2006/main">
            <a:off x="8248650" y="214833"/>
            <a:ext cx="3162300" cy="6847434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C6C75-FD7D-4B60-A445-54ACC4C5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09" y="5226363"/>
            <a:ext cx="2926182" cy="886810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F044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9481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6FFEF-8A97-40A3-8479-8EBB1B31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83693-1C09-4F65-95B7-D086029D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F8868-F0AD-4BB0-BA64-A8B8197A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F82DE-E6FA-4241-93DF-C480D917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EMAIL SHARING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14880-7BF4-4958-833B-9F5E6F05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Language links for email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31D70-4547-4F62-BBFB-0F9C5AE5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00FE1-ECC9-4086-A5EA-A0C799C7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9CB33-74ED-4EFC-927A-D9FF3664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4068E-AAC0-40B6-A146-DBD1E27B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From Library, tap Share a language library.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A3391-7931-4DCD-B2E9-5673929B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956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43BA9-C570-40AA-B768-D001A506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Find the language you want to send.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60FAF-762D-4D2A-B96E-9680F84F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C199E-D27A-4644-B5C6-8DFC34CA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Tap Email link. The email opens with the correct link already written.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55D10-377D-4838-B69E-D36AE21A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"/>
            <a:ext cx="3314700" cy="70104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D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67268e44444b1"/>
          <a:stretch xmlns:a="http://schemas.openxmlformats.org/drawingml/2006/main"/>
        </p:blipFill>
        <p:spPr>
          <a:xfrm xmlns:a="http://schemas.openxmlformats.org/drawingml/2006/main">
            <a:off x="8248650" y="214833"/>
            <a:ext cx="3162300" cy="6847434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CAAA5-EDD1-45A9-A4E9-E5A9D5BC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306" y="4263540"/>
            <a:ext cx="2841854" cy="701002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F044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00784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3C15E-0589-4FE3-B82C-38BF40ED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8B6CB-460F-4A87-BC53-0E282ACE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7F45B-F608-4B87-B553-0C767E87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601C7-3340-4AEB-B98B-E6160BE7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EMAIL SHARING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6C18A-E48A-4866-9839-1B93F8A8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Sharing from a language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57E11-9CFC-46D4-8982-158426EB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320AB-5F8C-48BB-8AE5-6388B4C7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FB5D7-567B-41E7-AA1F-4B62FAC6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7CA98-6797-4777-A04F-0597C5C7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If a language page is already open, tap Email this library.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BEC7C-2649-4558-BE52-D8F7CFF1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956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7E944-FD57-4061-ABB7-0AAF095D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Add the person's email address and send the prepared message.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CAA22-C87C-4AFA-AC5C-50D8E986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5DE87-418D-468F-BFC9-E4732A0A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Copy link is the backup when you want to paste the link yourself.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E3C772-E09C-4BD0-8DDA-181B7D9E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"/>
            <a:ext cx="3314700" cy="70104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D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ebcea81bc46e8"/>
          <a:stretch xmlns:a="http://schemas.openxmlformats.org/drawingml/2006/main"/>
        </p:blipFill>
        <p:spPr>
          <a:xfrm xmlns:a="http://schemas.openxmlformats.org/drawingml/2006/main">
            <a:off x="8248650" y="214833"/>
            <a:ext cx="3162300" cy="6847434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BAAD4-4124-4EF5-B84A-D660D516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440" y="2016954"/>
            <a:ext cx="2867152" cy="709448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F044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94991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3CAA4-7D6E-49CA-BE5C-431DA16D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299E8-7F21-4944-B0ED-5C97F233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CEED2-4C41-41C6-965C-4849C520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AAFCB-F82C-47E1-BA01-E9338AA5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EMAIL SHARING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6C6CA-6A36-4DB0-9BEC-11B2A72E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What the recipient sees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AAB27-816E-4B98-9885-E5694E82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2D94C-BDAF-4C16-8956-F6C4B967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9A2DD-3F4A-42F8-B831-5401555C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3AC2E-EF5E-47C0-9FCD-34FB798C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The link opens only the language you chose.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E83E7-A228-42BB-998F-9EB92F06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956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200E8-BE39-4079-9A49-C05B6EDF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The full library and other language buttons stay hidden.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8008C-416C-449E-BAA0-6CED97D0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19D32-F760-4F9E-AA8C-484E5DE7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The menus appear in that language when a translation is available.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3A3F6-33D1-466F-A356-ACE846B4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"/>
            <a:ext cx="3314700" cy="70104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D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f20a34ab740f0"/>
          <a:stretch xmlns:a="http://schemas.openxmlformats.org/drawingml/2006/main"/>
        </p:blipFill>
        <p:spPr>
          <a:xfrm xmlns:a="http://schemas.openxmlformats.org/drawingml/2006/main">
            <a:off x="8248650" y="214833"/>
            <a:ext cx="3162300" cy="6847434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2E256-6D1A-41E7-815E-E73848B2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978" y="986565"/>
            <a:ext cx="2993644" cy="2280369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F044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88003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B115E-F6A2-4665-8038-E1093EF3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A0184-6268-463B-BF97-B60B9F49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62DF2-F3B5-43D7-A12F-38AC101C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45DDC-CA9A-48CF-8F9E-4EA2C19D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NEW ONLINE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01A02-2583-4A18-BC00-EFECDE86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Card items now work with Wi-Fi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1025A-A9F2-4372-A60A-FFA318FB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9E637-79EB-461A-A332-5419E8E9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B599C-60F4-46AD-AF2A-9A2045A3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9230C-0D9C-4F97-939C-376AB520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Mandarin and Cantonese films, audio, Bibles, and scans can now open online.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04A64-61DA-43C1-B6E3-0288BB38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956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A5EE3-8EF1-4443-A509-A13972D2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Tap play, read, or listen just like the other items.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A3232-AE52-4914-B8A1-83D0E372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D6158-2DCA-4A67-8828-29135C45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Tap the green save button to keep a copy on the phone.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C522D-0CDC-4E66-8F4A-56498F78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"/>
            <a:ext cx="3314700" cy="70104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DB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43c91a5894a1a"/>
          <a:stretch xmlns:a="http://schemas.openxmlformats.org/drawingml/2006/main"/>
        </p:blipFill>
        <p:spPr>
          <a:xfrm xmlns:a="http://schemas.openxmlformats.org/drawingml/2006/main">
            <a:off x="8248650" y="214833"/>
            <a:ext cx="3162300" cy="6847434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C9E91-FF90-40A0-833F-ADA15B37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112" y="986565"/>
            <a:ext cx="3027375" cy="2238140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F044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15C7E-DA8C-41FC-825F-5D651903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14" y="5826016"/>
            <a:ext cx="1602232" cy="886810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F044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30616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7BFF9-86F7-4314-BB36-C74E0168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FAEF5-96F7-4430-8AF3-5BDE57AE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9153C-A8B5-4B7B-A068-FA0BF1FD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274AA-5DA2-4E7C-994B-5485329E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NEARBY SHARING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AFB40-5BE4-4AA5-B42A-16D49115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Two phones on the same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3E013-AEB0-400A-A6A4-1F0BE58A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7F71C-E0E5-45D5-94AA-155D1AAA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542D1-C3C9-434E-B30F-B073964C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299DE-DFD8-4F24-ADB3-00207106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Open Send on both phones.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276F2-288B-4DC4-9863-24897DDB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861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BF164-D66B-4914-977D-1E0B0D25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On the phone with the file, tap Send.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93183-6367-48B2-9B1B-0BA21DE9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244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B900F-ADAC-454C-8357-421A69C0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On the other phone, tap Receive.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251A8-978A-485C-8F87-69B81A1A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The file moves straight from one phone to the other.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C56F6-5169-44ED-BC09-227B6AC4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"/>
            <a:ext cx="3314700" cy="70104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D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70c7d628d41df"/>
          <a:stretch xmlns:a="http://schemas.openxmlformats.org/drawingml/2006/main"/>
        </p:blipFill>
        <p:spPr>
          <a:xfrm xmlns:a="http://schemas.openxmlformats.org/drawingml/2006/main">
            <a:off x="8248650" y="214833"/>
            <a:ext cx="3162300" cy="6847434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F988F-E2AE-41DE-A545-AE150344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276" y="2523703"/>
            <a:ext cx="2951480" cy="2195911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F044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64299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BD8689-E5F2-49B1-8839-6CC5F6DD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C5F4A-E823-4658-9E5D-BB85BC04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06556-89AD-45C1-BD2E-C9D7DC63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F54C5-009F-4B31-86C1-DB16EB22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NEARBY SHARING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B2CDF-A98C-486D-A44B-931F2902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The six-digit 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6D0B4-599A-4817-86C2-B6AFE779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58715-125A-4BBB-B00C-AC8B1D84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90C9F-11F9-4E12-AD7B-FC7DF857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B10AE-1E6A-474F-8B2A-05B69E7F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The sending phone shows a six-digit code.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AFC2F-3FF3-42C9-A176-D405607A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956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73C0A-3498-41B0-9C69-E78FC9EF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Type the same code on the receiving phone.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35758-F9C3-4F3A-BD90-DE6BEA7A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B8EB4-AB8A-44BA-A702-906CD577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Wait for the phones to connect, then choose the file.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8BD7C-9D96-4BC1-ACD7-1A3FD570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The number in this picture is only an example.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1EB7E-EF84-4DC5-B409-554015F7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"/>
            <a:ext cx="3314700" cy="70104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D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acb410e324905"/>
          <a:stretch xmlns:a="http://schemas.openxmlformats.org/drawingml/2006/main"/>
        </p:blipFill>
        <p:spPr>
          <a:xfrm xmlns:a="http://schemas.openxmlformats.org/drawingml/2006/main">
            <a:off x="8248650" y="214833"/>
            <a:ext cx="3162300" cy="6847434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517781-967F-4B68-88E9-9F42613B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844" y="1915604"/>
            <a:ext cx="2959913" cy="945931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F044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08796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EB552-A1A4-4C30-AFD8-437A172E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F2A41-67F4-471B-8149-DB61D7FA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E55F7-497D-41B3-B609-A5383D41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1049C-3CD2-47CB-882F-C7904943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HELP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D8BD7-5D31-4AFA-8410-B77C155A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The built-in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DE9C9-04D0-492A-8243-561F4E29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F0846-241E-42F9-9774-4321E400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8CC93-972A-4E8E-8EC8-61040DFA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1A0B8-A50A-44A2-8CAE-0C2C9E5B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Tap Guide at the bottom whenever you get stuck.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7C03C-18C0-497F-9C85-87040E2B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956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E1F1F-6828-4FAD-9BC7-57730A36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It explains where downloads go on Android, iPhone, and computers.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5E293-BB99-4159-B8EE-677FFAE8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57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0542A-27BB-418C-A086-9CEA53BD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695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It also explains VillageServer Wi-Fi and common problems.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EF511-8559-4884-A955-5E442677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"/>
            <a:ext cx="3314700" cy="70104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D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83b6399324f5f"/>
          <a:stretch xmlns:a="http://schemas.openxmlformats.org/drawingml/2006/main"/>
        </p:blipFill>
        <p:spPr>
          <a:xfrm xmlns:a="http://schemas.openxmlformats.org/drawingml/2006/main">
            <a:off x="8248650" y="214833"/>
            <a:ext cx="3162300" cy="6847434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088B9-D233-409A-A8A7-07D7C3C5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112" y="2684173"/>
            <a:ext cx="3002077" cy="1114847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F044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10349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AE241-B679-40D2-940B-31AAE58C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79DAA-42EB-4A86-9161-3A0748FA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E1B35-9C61-468D-B391-0F056FEA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A8E5A-0D6C-4B1A-9D6A-713CA5D8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REMEMBER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A0070-997E-4249-9085-4F0C47E0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Wi-Fi and packed cards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3C55E-C51C-4144-9585-A306762C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34BAE-FEC5-48AD-B649-D11FB4D9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78891-0837-48ED-BA38-63152F4E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WITH WI-FI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7FA99-C2FC-4087-B69D-5EBDCB57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095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Films can stream.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PDFs can open.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Publisher links can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4AB0B-6E1C-4526-9F9F-A6483409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95500"/>
            <a:ext cx="285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AF800-0BAE-456B-810B-61099C7B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8A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8A57"/>
                </a:solidFill>
                <a:latin typeface="Arial"/>
                <a:ea typeface="Arial"/>
                <a:cs typeface="Arial"/>
              </a:rPr>
              <a:t>FROM A PACKED CARD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62313-C0A2-46A7-AF74-242D135B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Included files work offline.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Saving uses the local copy.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Keep every folder name unchanged.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40329-B690-467F-BACF-A2CCD049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96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Before travel, save the important files and open each one once.</a:t>
            </a:r>
          </a:p>
        </p:txBody>
      </p:sp>
    </p:spTree>
    <p:extLst>
      <p:ext uri="{BB962C8B-B14F-4D97-AF65-F5344CB8AC3E}">
        <p14:creationId xmlns:p14="http://schemas.microsoft.com/office/powerpoint/2010/main" val="4922918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C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A622AF-AE17-4981-8CD3-54E4CD0C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20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38273-202B-4BD7-9469-208EDCBD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BibleTransfer123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7F280-5901-4911-9230-005B78E6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24F2E-955E-47F9-B3BE-E119C8BD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KEEP NEARBY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1DF3E-7C38-4A00-96B2-F7056A81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Larry's quick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73107-3A5F-4CCB-8BE6-2C7DB1DB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6BF15-D290-4725-978A-882E26C7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62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626D"/>
                </a:solidFill>
                <a:latin typeface="Arial"/>
                <a:ea typeface="Arial"/>
                <a:cs typeface="Arial"/>
              </a:rPr>
              <a:t>Larry's updated step-by-step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12D64-557E-467B-917A-911EB2D2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FF57B-3413-4D61-A42A-9C544CB3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621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Choose the 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1F89A-1A65-4782-BB9C-49C97E5B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0985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171B5-2AC3-4404-ADAA-FA20A72A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D8775-A36B-4ACE-934D-1D2D570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8607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Open Library and find the item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9FA41-0E7E-47B9-AA63-346B9FFA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33775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6B299-8BF2-40D5-8E24-343FBAAF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E2676-30A2-459E-A23A-46A4D570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Watch, read, listen, or save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C4412-3BC3-4274-842C-ACF926C3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5770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8806B-CFEB-4288-9D8F-14F7DF2C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43976E-A0F5-4F1D-92B3-C77CF089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3392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1A29"/>
                </a:solidFill>
                <a:latin typeface="Arial"/>
                <a:ea typeface="Arial"/>
                <a:cs typeface="Arial"/>
              </a:rPr>
              <a:t>For email: Share a language library, then Email 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15C7A3-0E06-4C3B-A07E-5FC6CED1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81625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E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4B452-14B1-4F9C-A053-086CCBFD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483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20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7206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FC6316-07EA-49A3-B547-B61804E6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6578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1A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1A29"/>
                </a:solidFill>
                <a:latin typeface="Arial"/>
                <a:ea typeface="Arial"/>
                <a:cs typeface="Arial"/>
              </a:rPr>
              <a:t>For nearby: Send, choose a role, then use the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D508EF-F9AD-4CF6-8ACA-D30AD3B8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5722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When in doubt, tap Guide at the bottom of the screen.</a:t>
            </a:r>
          </a:p>
        </p:txBody>
      </p:sp>
    </p:spTree>
    <p:extLst>
      <p:ext uri="{BB962C8B-B14F-4D97-AF65-F5344CB8AC3E}">
        <p14:creationId xmlns:p14="http://schemas.microsoft.com/office/powerpoint/2010/main" val="1236395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2026-09-24T14:01:14.3570000Z</dcterms:created>
  <dcterms:modified xsi:type="dcterms:W3CDTF">2026-09-24T14:01:14.3570000Z</dcterms:modified>
</coreProperties>
</file>